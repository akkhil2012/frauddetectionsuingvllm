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Fraud Detection &amp; Data Lineage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Month 1: Discovery &amp; Design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- PRD, Architecture</a:t>
            </a:r>
          </a:p>
          <a:p>
            <a:pPr>
              <a:defRPr sz="2000">
                <a:solidFill>
                  <a:srgbClr val="323232"/>
                </a:solidFill>
              </a:defRPr>
            </a:pP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Month 2: AI Fraud Layer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- XGBoost + vLLM</a:t>
            </a:r>
          </a:p>
          <a:p>
            <a:pPr>
              <a:defRPr sz="2000">
                <a:solidFill>
                  <a:srgbClr val="323232"/>
                </a:solidFill>
              </a:defRPr>
            </a:pP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Month 3: Lineage Layer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- Metadata &amp; Attribute Tracking</a:t>
            </a:r>
          </a:p>
          <a:p>
            <a:pPr>
              <a:defRPr sz="2000">
                <a:solidFill>
                  <a:srgbClr val="323232"/>
                </a:solidFill>
              </a:defRPr>
            </a:pP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Month 4: Decision Engine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- Rules + Risk Scoring</a:t>
            </a:r>
          </a:p>
          <a:p>
            <a:pPr>
              <a:defRPr sz="2000">
                <a:solidFill>
                  <a:srgbClr val="323232"/>
                </a:solidFill>
              </a:defRPr>
            </a:pP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Month 5: Hardening &amp; Compliance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- Security, Observability</a:t>
            </a:r>
          </a:p>
          <a:p>
            <a:pPr>
              <a:defRPr sz="2000">
                <a:solidFill>
                  <a:srgbClr val="323232"/>
                </a:solidFill>
              </a:defRPr>
            </a:pP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Month 6: UAT &amp;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