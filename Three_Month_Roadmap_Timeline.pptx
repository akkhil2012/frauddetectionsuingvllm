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3-Month Roadmap: AI Fraud Detection &amp; Data Lineage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Month 1 — AI Layer: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- PRD, Architecture, Environment Setup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- Flask API + XGBoost Integration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- vLLM Inference Optimization &amp; Staging Deployment</a:t>
            </a:r>
          </a:p>
          <a:p>
            <a:pPr>
              <a:defRPr sz="2000">
                <a:solidFill>
                  <a:srgbClr val="282828"/>
                </a:solidFill>
              </a:defRPr>
            </a:pP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Month 2 — Lineage Layer: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- Attribute &amp; Metadata Lineage Model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- Anomaly Detection (Drift, MITM, Manipulation)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- End-to-End Integration &amp; Staging Deployment</a:t>
            </a:r>
          </a:p>
          <a:p>
            <a:pPr>
              <a:defRPr sz="2000">
                <a:solidFill>
                  <a:srgbClr val="282828"/>
                </a:solidFill>
              </a:defRPr>
            </a:pP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Month 3 — Decision Engine &amp; Rollout: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- Risk Fusion Engine (AI + Lineage)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- Performance &amp; Security Hardening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- UAT, Pilot Launch, KPI 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